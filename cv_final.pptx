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A9BF5-3210-CD4F-8327-FF1033CBF474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900DE-048C-3C45-BE6E-CF95485584E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31318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00DE-048C-3C45-BE6E-CF95485584E3}" type="slidenum">
              <a:rPr lang="en-MX" smtClean="0"/>
              <a:t>2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73219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900DE-048C-3C45-BE6E-CF95485584E3}" type="slidenum">
              <a:rPr lang="en-MX" smtClean="0"/>
              <a:t>4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386470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4446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390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62444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43153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1475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1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5014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0152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3113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8029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8562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FFA46E-0A32-F940-800F-EF320E06C35F}" type="datetimeFigureOut">
              <a:rPr lang="en-MX" smtClean="0"/>
              <a:t>08/12/25</a:t>
            </a:fld>
            <a:endParaRPr lang="en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C2E6FA6-9F7B-6646-A6B5-A77DB5308429}" type="slidenum">
              <a:rPr lang="en-MX" smtClean="0"/>
              <a:t>‹#›</a:t>
            </a:fld>
            <a:endParaRPr lang="en-MX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X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X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7633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ayushshah/imagecoloriza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huggingface.co/docs/diffusers/main/en/api/pipelines/stable_diffusion/img2img" TargetMode="External"/><Relationship Id="rId4" Type="http://schemas.openxmlformats.org/officeDocument/2006/relationships/hyperlink" Target="https://github.com/richzhang/colorization/tree/caff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44BE-891D-59C7-7907-3036EE0BAF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X" dirty="0"/>
              <a:t>COLORIZATION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735D1-FDC6-8171-D0D6-1942BAB8E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X" dirty="0"/>
              <a:t>iMAGE RESTORATION</a:t>
            </a:r>
          </a:p>
        </p:txBody>
      </p:sp>
    </p:spTree>
    <p:extLst>
      <p:ext uri="{BB962C8B-B14F-4D97-AF65-F5344CB8AC3E}">
        <p14:creationId xmlns:p14="http://schemas.microsoft.com/office/powerpoint/2010/main" val="136477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36"/>
    </mc:Choice>
    <mc:Fallback xmlns="">
      <p:transition spd="slow" advTm="2523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B4E5B-3F1D-B3A1-3C81-D9070DCC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Image Colorization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B7AC94-C6CE-2EB9-7486-571EC7A7C2CE}"/>
              </a:ext>
            </a:extLst>
          </p:cNvPr>
          <p:cNvSpPr txBox="1"/>
          <p:nvPr/>
        </p:nvSpPr>
        <p:spPr>
          <a:xfrm>
            <a:off x="581192" y="5509513"/>
            <a:ext cx="11029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https://huggingface.co/ayushshah/imagecolorization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/ayushpatidar18/Image-Colorization</a:t>
            </a:r>
            <a:endParaRPr lang="en-MX" dirty="0"/>
          </a:p>
        </p:txBody>
      </p:sp>
      <p:pic>
        <p:nvPicPr>
          <p:cNvPr id="11" name="Picture 10" descr="A diagram of a flowchart&#10;&#10;AI-generated content may be incorrect.">
            <a:extLst>
              <a:ext uri="{FF2B5EF4-FFF2-40B4-BE49-F238E27FC236}">
                <a16:creationId xmlns:a16="http://schemas.microsoft.com/office/drawing/2014/main" id="{C6B89697-2015-D3A5-39CD-312BBE584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225072"/>
            <a:ext cx="5514808" cy="3098489"/>
          </a:xfrm>
          <a:prstGeom prst="rect">
            <a:avLst/>
          </a:prstGeom>
        </p:spPr>
      </p:pic>
      <p:pic>
        <p:nvPicPr>
          <p:cNvPr id="15" name="Picture 14" descr="A close-up of a collage of different colors&#10;&#10;AI-generated content may be incorrect.">
            <a:extLst>
              <a:ext uri="{FF2B5EF4-FFF2-40B4-BE49-F238E27FC236}">
                <a16:creationId xmlns:a16="http://schemas.microsoft.com/office/drawing/2014/main" id="{5E1C4C21-923F-71D5-361D-2ABF592555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08" t="11313" r="74027" b="9221"/>
          <a:stretch>
            <a:fillRect/>
          </a:stretch>
        </p:blipFill>
        <p:spPr>
          <a:xfrm>
            <a:off x="8025501" y="2141687"/>
            <a:ext cx="1808205" cy="1408670"/>
          </a:xfrm>
          <a:prstGeom prst="rect">
            <a:avLst/>
          </a:prstGeom>
        </p:spPr>
      </p:pic>
      <p:pic>
        <p:nvPicPr>
          <p:cNvPr id="16" name="Picture 15" descr="A close-up of a collage of different colors&#10;&#10;AI-generated content may be incorrect.">
            <a:extLst>
              <a:ext uri="{FF2B5EF4-FFF2-40B4-BE49-F238E27FC236}">
                <a16:creationId xmlns:a16="http://schemas.microsoft.com/office/drawing/2014/main" id="{BB348BE2-6F69-AA5B-7DA6-E2F9D9EA2D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085" r="3174"/>
          <a:stretch>
            <a:fillRect/>
          </a:stretch>
        </p:blipFill>
        <p:spPr>
          <a:xfrm>
            <a:off x="6219354" y="3550357"/>
            <a:ext cx="5420498" cy="177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3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106"/>
    </mc:Choice>
    <mc:Fallback xmlns="">
      <p:transition spd="slow" advTm="59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C10A-A66C-E294-1F71-AAF57099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dATASET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5A584-3423-BAB7-D708-CFDF40AA9B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MX" dirty="0"/>
              <a:t>Curated COCO 2017 dataset (no grayscale, b/w, filtered images).</a:t>
            </a:r>
          </a:p>
          <a:p>
            <a:r>
              <a:rPr lang="en-MX" dirty="0"/>
              <a:t>Resizing (224x224)</a:t>
            </a:r>
          </a:p>
          <a:p>
            <a:r>
              <a:rPr lang="en-MX" dirty="0"/>
              <a:t>Google Collab</a:t>
            </a:r>
          </a:p>
          <a:p>
            <a:r>
              <a:rPr lang="en-MX" dirty="0"/>
              <a:t>T4 GPUs, 20h+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839E5-C812-5827-C88D-507F32C1E0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MX" dirty="0"/>
              <a:t>Inference preprocessing</a:t>
            </a:r>
          </a:p>
          <a:p>
            <a:pPr lvl="1"/>
            <a:r>
              <a:rPr lang="en-MX" dirty="0"/>
              <a:t>Module resizing</a:t>
            </a:r>
          </a:p>
          <a:p>
            <a:pPr lvl="1"/>
            <a:r>
              <a:rPr lang="en-MX" dirty="0"/>
              <a:t>BGR/RGB to Grayscaled Lab (L) -&gt; 1D tensor [0,1]</a:t>
            </a:r>
          </a:p>
          <a:p>
            <a:pPr lvl="1"/>
            <a:r>
              <a:rPr lang="en-MX" dirty="0"/>
              <a:t>Inference preprocessing</a:t>
            </a:r>
          </a:p>
          <a:p>
            <a:r>
              <a:rPr lang="en-MX" dirty="0"/>
              <a:t>Inference postprocessing</a:t>
            </a:r>
          </a:p>
          <a:p>
            <a:pPr lvl="1"/>
            <a:r>
              <a:rPr lang="en-MX" dirty="0"/>
              <a:t>Denormalizing *a and *b channels</a:t>
            </a:r>
          </a:p>
          <a:p>
            <a:pPr lvl="1"/>
            <a:r>
              <a:rPr lang="en-MX" dirty="0"/>
              <a:t>LAB2RGB conversion (or BGR)</a:t>
            </a:r>
          </a:p>
        </p:txBody>
      </p:sp>
    </p:spTree>
    <p:extLst>
      <p:ext uri="{BB962C8B-B14F-4D97-AF65-F5344CB8AC3E}">
        <p14:creationId xmlns:p14="http://schemas.microsoft.com/office/powerpoint/2010/main" val="275161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748"/>
    </mc:Choice>
    <mc:Fallback xmlns="">
      <p:transition spd="slow" advTm="12774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2CFC-1EB6-D5EF-A47B-5DC5105E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X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91B0E-153A-A0D9-41A0-32A5363108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MX" dirty="0"/>
              <a:t>Image Colorization</a:t>
            </a:r>
          </a:p>
          <a:p>
            <a:pPr lvl="1"/>
            <a:r>
              <a:rPr lang="en-MX" dirty="0"/>
              <a:t>Torch Architecture. Base weights downloaded (UNET)</a:t>
            </a:r>
          </a:p>
          <a:p>
            <a:pPr lvl="2"/>
            <a:r>
              <a:rPr lang="en-MX" dirty="0"/>
              <a:t>Train loops with curated dataset.</a:t>
            </a:r>
          </a:p>
          <a:p>
            <a:r>
              <a:rPr lang="en-MX" dirty="0"/>
              <a:t>Colorization</a:t>
            </a:r>
          </a:p>
          <a:p>
            <a:pPr lvl="1"/>
            <a:r>
              <a:rPr lang="en-MX" dirty="0"/>
              <a:t>Caffe based implementation. Local setup needs GPUs.</a:t>
            </a:r>
          </a:p>
          <a:p>
            <a:r>
              <a:rPr lang="en-MX" dirty="0"/>
              <a:t>DeOldify</a:t>
            </a:r>
          </a:p>
          <a:p>
            <a:pPr lvl="1"/>
            <a:r>
              <a:rPr lang="en-MX" dirty="0"/>
              <a:t>Linux support only. Locally-hosted training support only. GPU needed.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543E4-FA13-892E-07F0-62E8AE4ABA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MX" dirty="0"/>
              <a:t>Unsloth/Axolotl Vision Llms</a:t>
            </a:r>
          </a:p>
          <a:p>
            <a:pPr lvl="1"/>
            <a:r>
              <a:rPr lang="en-MX" dirty="0"/>
              <a:t>Very small repertoire of Vision models (multimodal transformers). No image2image functionality, mainly image2text.</a:t>
            </a:r>
          </a:p>
          <a:p>
            <a:r>
              <a:rPr lang="en-MX" dirty="0"/>
              <a:t>StabeDiffusion Img2Img pipeline</a:t>
            </a:r>
          </a:p>
          <a:p>
            <a:pPr lvl="1"/>
            <a:r>
              <a:rPr lang="en-MX" dirty="0"/>
              <a:t>Base model download (checkpoint/safetensor). Pipeline run on dataset for training. Time constrained.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F51E8-DA26-F376-E79F-1B1EE93AA85F}"/>
              </a:ext>
            </a:extLst>
          </p:cNvPr>
          <p:cNvSpPr txBox="1"/>
          <p:nvPr/>
        </p:nvSpPr>
        <p:spPr>
          <a:xfrm>
            <a:off x="581191" y="5861050"/>
            <a:ext cx="5329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https://huggingface.co/ayushshah/imagecolorization</a:t>
            </a:r>
            <a:endParaRPr lang="en-US" dirty="0"/>
          </a:p>
          <a:p>
            <a:r>
              <a:rPr lang="en-US" dirty="0">
                <a:hlinkClick r:id="rId4"/>
              </a:rPr>
              <a:t>https://github.com/richzhang/colorization/tree/caffe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jantic</a:t>
            </a:r>
            <a:r>
              <a:rPr lang="en-US" dirty="0"/>
              <a:t>/</a:t>
            </a:r>
            <a:r>
              <a:rPr lang="en-US" dirty="0" err="1"/>
              <a:t>DeOldify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FA2F2-70B4-0A44-F1F2-E490FD344228}"/>
              </a:ext>
            </a:extLst>
          </p:cNvPr>
          <p:cNvSpPr txBox="1"/>
          <p:nvPr/>
        </p:nvSpPr>
        <p:spPr>
          <a:xfrm>
            <a:off x="6280834" y="5861050"/>
            <a:ext cx="5422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https://huggingface.co/docs/diffusers/main/en/api/pipelines/stable_diffusion/img2img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docs.unsloth.ai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27618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250"/>
    </mc:Choice>
    <mc:Fallback xmlns="">
      <p:transition spd="slow" advTm="139250"/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81</TotalTime>
  <Words>236</Words>
  <Application>Microsoft Macintosh PowerPoint</Application>
  <PresentationFormat>Widescreen</PresentationFormat>
  <Paragraphs>36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Gill Sans MT</vt:lpstr>
      <vt:lpstr>Wingdings 2</vt:lpstr>
      <vt:lpstr>Dividend</vt:lpstr>
      <vt:lpstr>COLORIZATION</vt:lpstr>
      <vt:lpstr>Image Colorization</vt:lpstr>
      <vt:lpstr>dATASET AND preprocessing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Alberto Ortiz Montes de Oca</dc:creator>
  <cp:lastModifiedBy>Carlos Alberto Ortiz Montes de Oca</cp:lastModifiedBy>
  <cp:revision>4</cp:revision>
  <cp:lastPrinted>2025-12-09T00:43:23Z</cp:lastPrinted>
  <dcterms:created xsi:type="dcterms:W3CDTF">2025-12-08T19:32:00Z</dcterms:created>
  <dcterms:modified xsi:type="dcterms:W3CDTF">2025-12-09T00:43:36Z</dcterms:modified>
</cp:coreProperties>
</file>